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Liter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ab60a3e4e163f3af8005ae5301f9817123f980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33929" b="339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0A">
                  <a:alpha val="60000"/>
                </a:srgbClr>
              </a:gs>
              <a:gs pos="50000">
                <a:srgbClr val="0A0A0A">
                  <a:alpha val="40000"/>
                </a:srgbClr>
              </a:gs>
              <a:gs pos="100000">
                <a:srgbClr val="0A0A0A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81546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Sociis Experiences™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234565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curated rooms.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48-hour arc.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96811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July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Brussels, Hotel Corinthia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4911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July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Tomorrowland premises, in collaboration with Love Tomorrow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60540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SociisGroup™, sovereign independent behavioural institution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Sociis Experiences™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Sociis Experiences 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785944"/>
            <a:ext cx="9867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Sociis Experiences™ curates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high-trust rooms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leaders, founders, and cultural shapers step out of noise and into proximity.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33694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are not conferences. They are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environments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meaningful encounter, cultural positioning, and shared experience that leaves a mark.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4910019"/>
            <a:ext cx="38100" cy="266700"/>
          </a:xfrm>
          <a:custGeom>
            <a:avLst/>
            <a:gdLst/>
            <a:ahLst/>
            <a:cxnLst/>
            <a:rect l="l" t="t" r="r" b="b"/>
            <a:pathLst>
              <a:path w="38100" h="266700">
                <a:moveTo>
                  <a:pt x="0" y="0"/>
                </a:moveTo>
                <a:lnTo>
                  <a:pt x="38100" y="0"/>
                </a:lnTo>
                <a:lnTo>
                  <a:pt x="38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4910019"/>
            <a:ext cx="1124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 is the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of the room and the experience of being inside it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48-Hour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curated rooms, two consecutive days, one intentional arc.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89710"/>
            <a:ext cx="5551170" cy="4179570"/>
          </a:xfrm>
          <a:custGeom>
            <a:avLst/>
            <a:gdLst/>
            <a:ahLst/>
            <a:cxnLst/>
            <a:rect l="l" t="t" r="r" b="b"/>
            <a:pathLst>
              <a:path w="5551170" h="4179570">
                <a:moveTo>
                  <a:pt x="0" y="0"/>
                </a:moveTo>
                <a:lnTo>
                  <a:pt x="5551170" y="0"/>
                </a:lnTo>
                <a:lnTo>
                  <a:pt x="5551170" y="4179570"/>
                </a:lnTo>
                <a:lnTo>
                  <a:pt x="0" y="41795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3420" y="1798320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July · Brussels, Hotel Corinthia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3420" y="206502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64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3420" y="2445901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Boutique Gala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3420" y="2903101"/>
            <a:ext cx="5010150" cy="2457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Intimate proximity. A curated gathering designed for meaningful encounter and conversation.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2210" y="1489710"/>
            <a:ext cx="5551170" cy="4179570"/>
          </a:xfrm>
          <a:custGeom>
            <a:avLst/>
            <a:gdLst/>
            <a:ahLst/>
            <a:cxnLst/>
            <a:rect l="l" t="t" r="r" b="b"/>
            <a:pathLst>
              <a:path w="5551170" h="4179570">
                <a:moveTo>
                  <a:pt x="0" y="0"/>
                </a:moveTo>
                <a:lnTo>
                  <a:pt x="5551170" y="0"/>
                </a:lnTo>
                <a:lnTo>
                  <a:pt x="5551170" y="4179570"/>
                </a:lnTo>
                <a:lnTo>
                  <a:pt x="0" y="41795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0820" y="1798320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July · Tomorrowland premises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0820" y="206502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Tomorrow Today, The 300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0820" y="2445901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curated immersive experience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0820" y="2750701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collaboration with Love Tomorrow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0820" y="3169801"/>
            <a:ext cx="5010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dedicated audiovisual experience and keynote moment, followed by access to the wider Love Tomorrow VIP environment.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59778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381000" y="6210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Together, these two moments form a designed journey: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inner room to cultural immersion.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litetraveler.com/21fa68b8926dc79dffc05b95619ecbb32575a42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8" b="1250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0A">
                  <a:alpha val="90000"/>
                </a:srgbClr>
              </a:gs>
              <a:gs pos="50000">
                <a:srgbClr val="0A0A0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92906"/>
            <a:ext cx="646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July · Brussels · Hotel Corinthia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35806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64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45406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Boutique Gala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78688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11818" y="2160629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754988"/>
            <a:ext cx="6543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€2,500 XVAT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478888"/>
            <a:ext cx="64960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curated gathering of 64 individuals.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panels. No theatre. No noise.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for proximity, conversation, and atmosphere.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712375"/>
            <a:ext cx="646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people enter this room: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0933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2331" y="5055275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room is intentionally small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54743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2331" y="543627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you sit next to matters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58553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2331" y="5817275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quality of encounter is protected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1000" y="62363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2331" y="61982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in the room is not performative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64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People Join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609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5" name="Text 3"/>
          <p:cNvSpPr/>
          <p:nvPr/>
        </p:nvSpPr>
        <p:spPr>
          <a:xfrm>
            <a:off x="510659" y="2704981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609731"/>
            <a:ext cx="4924425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enter a room where proximity creates real conversation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3371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" y="3466981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371731"/>
            <a:ext cx="5133975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step into an environment curated for depth and discretion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133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1" name="Text 9"/>
          <p:cNvSpPr/>
          <p:nvPr/>
        </p:nvSpPr>
        <p:spPr>
          <a:xfrm>
            <a:off x="492562" y="422898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4133731"/>
            <a:ext cx="613410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experience an evening that is intentionally designed, not programmed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895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4" name="Text 12"/>
          <p:cNvSpPr/>
          <p:nvPr/>
        </p:nvSpPr>
        <p:spPr>
          <a:xfrm>
            <a:off x="492681" y="499098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4895731"/>
            <a:ext cx="508635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be present in a room that stays with you beyond the night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rismic-assets-cdn.tomorrowland.com/bdeed1dd8178f543b8160a92386441906154b0a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97" b="7797"/>
          <a:stretch/>
        </p:blipFill>
        <p:spPr>
          <a:xfrm>
            <a:off x="0" y="0"/>
            <a:ext cx="12192000" cy="685629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293"/>
          </a:xfrm>
          <a:custGeom>
            <a:avLst/>
            <a:gdLst/>
            <a:ahLst/>
            <a:cxnLst/>
            <a:rect l="l" t="t" r="r" b="b"/>
            <a:pathLst>
              <a:path w="12192000" h="6856293">
                <a:moveTo>
                  <a:pt x="0" y="0"/>
                </a:moveTo>
                <a:lnTo>
                  <a:pt x="12192000" y="0"/>
                </a:lnTo>
                <a:lnTo>
                  <a:pt x="12192000" y="6856293"/>
                </a:lnTo>
                <a:lnTo>
                  <a:pt x="0" y="685629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0A">
                  <a:alpha val="90000"/>
                </a:srgbClr>
              </a:gs>
              <a:gs pos="50000">
                <a:srgbClr val="0A0A0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64212" y="-150124"/>
            <a:ext cx="618250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spc="25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July · Tomorrowland premises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4212" y="177667"/>
            <a:ext cx="6337291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Tomorrow Today™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4212" y="687564"/>
            <a:ext cx="6228027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300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4212" y="1197347"/>
            <a:ext cx="618250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collaboration with Love Tomorrow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4212" y="1597981"/>
            <a:ext cx="1292953" cy="546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02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9349" y="1867498"/>
            <a:ext cx="855898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4212" y="2435668"/>
            <a:ext cx="6255343" cy="32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1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€850 XVAT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4212" y="3127671"/>
            <a:ext cx="6209816" cy="1183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private curated immersive experience hosted by SociisGroup on the Tomorrowland premises. Designed as a dedicated audiovisual experience and keynote moment, followed by access to the wider Love Tomorrow VIP environment.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4212" y="4602730"/>
            <a:ext cx="618250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spc="25" kern="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ticket includes: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4212" y="4966942"/>
            <a:ext cx="12747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7994" y="4930521"/>
            <a:ext cx="408828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Love Tomorrow VIP access on the Tomorrowland premises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4212" y="5294733"/>
            <a:ext cx="12747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7994" y="5258312"/>
            <a:ext cx="4252176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Entry to a private, curated immersive experience by SociisGroup™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4212" y="5622524"/>
            <a:ext cx="12747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7994" y="5586103"/>
            <a:ext cx="3705858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dedicated audiovisual experience and keynote moment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4212" y="5950315"/>
            <a:ext cx="12747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7994" y="5913894"/>
            <a:ext cx="2877276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to a curated room of 300 individuals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4212" y="6278106"/>
            <a:ext cx="12747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7994" y="6241685"/>
            <a:ext cx="2977434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access to all Love Tomorrow VIP areas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2423" y="6788003"/>
            <a:ext cx="36421" cy="218527"/>
          </a:xfrm>
          <a:custGeom>
            <a:avLst/>
            <a:gdLst/>
            <a:ahLst/>
            <a:cxnLst/>
            <a:rect l="l" t="t" r="r" b="b"/>
            <a:pathLst>
              <a:path w="36421" h="218527">
                <a:moveTo>
                  <a:pt x="0" y="0"/>
                </a:moveTo>
                <a:lnTo>
                  <a:pt x="36421" y="0"/>
                </a:lnTo>
                <a:lnTo>
                  <a:pt x="36421" y="218527"/>
                </a:lnTo>
                <a:lnTo>
                  <a:pt x="0" y="218527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24" name="Text 21"/>
          <p:cNvSpPr/>
          <p:nvPr/>
        </p:nvSpPr>
        <p:spPr>
          <a:xfrm>
            <a:off x="619161" y="6788003"/>
            <a:ext cx="5936657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a </a:t>
            </a:r>
            <a:pPr>
              <a:lnSpc>
                <a:spcPct val="130000"/>
              </a:lnSpc>
            </a:pPr>
            <a:r>
              <a:rPr lang="en-US" sz="114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curated layer inside Love Tomorrow</a:t>
            </a:r>
            <a:pPr>
              <a:lnSpc>
                <a:spcPct val="130000"/>
              </a:lnSpc>
            </a:pPr>
            <a:r>
              <a:rPr lang="en-US" sz="114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a ticket upgrade.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Tomorrow Today, The 300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84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People Join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3811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10659" y="2476384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81134"/>
            <a:ext cx="409575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step out of the crowd and into a curated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30669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" y="3162184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066934"/>
            <a:ext cx="466725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experience a moment others on the premises do not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7527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92562" y="3847984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3752734"/>
            <a:ext cx="4772025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be part of a consciously designed cultural experience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4385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92681" y="4533784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4438534"/>
            <a:ext cx="426720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gather with people who chose depth over noise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51243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871" y="5219584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5124334"/>
            <a:ext cx="4057650" cy="39052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leave with a shared memory, not just content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Sociis Experiences™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84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Your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13394"/>
            <a:ext cx="3646170" cy="5055870"/>
          </a:xfrm>
          <a:custGeom>
            <a:avLst/>
            <a:gdLst/>
            <a:ahLst/>
            <a:cxnLst/>
            <a:rect l="l" t="t" r="r" b="b"/>
            <a:pathLst>
              <a:path w="3646170" h="5055870">
                <a:moveTo>
                  <a:pt x="0" y="0"/>
                </a:moveTo>
                <a:lnTo>
                  <a:pt x="3646170" y="0"/>
                </a:lnTo>
                <a:lnTo>
                  <a:pt x="3646170" y="5055870"/>
                </a:lnTo>
                <a:lnTo>
                  <a:pt x="0" y="50558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1645802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64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" y="19887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Boutique Gala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" y="23316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July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Brussels · Hotel Corinthia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5983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 individuals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5741669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" y="5897882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€2,500 XVAT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1010" y="1413394"/>
            <a:ext cx="3646170" cy="5055870"/>
          </a:xfrm>
          <a:custGeom>
            <a:avLst/>
            <a:gdLst/>
            <a:ahLst/>
            <a:cxnLst/>
            <a:rect l="l" t="t" r="r" b="b"/>
            <a:pathLst>
              <a:path w="3646170" h="5055870">
                <a:moveTo>
                  <a:pt x="0" y="0"/>
                </a:moveTo>
                <a:lnTo>
                  <a:pt x="3646170" y="0"/>
                </a:lnTo>
                <a:lnTo>
                  <a:pt x="3646170" y="5055870"/>
                </a:lnTo>
                <a:lnTo>
                  <a:pt x="0" y="50558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3420" y="1645802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Tomorrow Today™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3420" y="19887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300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3420" y="23316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July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Tomorrowland premises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3420" y="25983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collaboration with Love Tomorrow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03420" y="28650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 individuals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3420" y="5741669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4503420" y="5897882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€850 XVAT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7210" y="1413394"/>
            <a:ext cx="3646170" cy="5055870"/>
          </a:xfrm>
          <a:custGeom>
            <a:avLst/>
            <a:gdLst/>
            <a:ahLst/>
            <a:cxnLst/>
            <a:rect l="l" t="t" r="r" b="b"/>
            <a:pathLst>
              <a:path w="3646170" h="5055870">
                <a:moveTo>
                  <a:pt x="0" y="0"/>
                </a:moveTo>
                <a:lnTo>
                  <a:pt x="3646170" y="0"/>
                </a:lnTo>
                <a:lnTo>
                  <a:pt x="3646170" y="5055870"/>
                </a:lnTo>
                <a:lnTo>
                  <a:pt x="0" y="505587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9620" y="1645802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48-Hour Experience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620" y="19887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arc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9620" y="23316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22–23 July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Both venues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9620" y="2598302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curated rooms · One shared arc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9620" y="5589390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89620" y="5745598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Price: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be confirmed (XVAT)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9620" y="6088498"/>
            <a:ext cx="3238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Bundle must preserve premium positioning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830144fa49dedf217dc57a8dbf511714ab0d33d1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0A">
                  <a:alpha val="80000"/>
                </a:srgbClr>
              </a:gs>
              <a:gs pos="50000">
                <a:srgbClr val="0A0A0A">
                  <a:alpha val="60000"/>
                </a:srgbClr>
              </a:gs>
              <a:gs pos="100000">
                <a:srgbClr val="0A0A0A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716881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Curation by Design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478881"/>
            <a:ext cx="864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Participation is limited by design.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155156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Curation protects the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of the room, the atmosphere, and the depth of encounter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392191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" y="3921919"/>
            <a:ext cx="834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experiences are for individuals who value: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7700" y="4302919"/>
            <a:ext cx="834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presence over performance,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7700" y="4607719"/>
            <a:ext cx="834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 over scale,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" y="4912519"/>
            <a:ext cx="834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designed environments over generic events.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shopify.com/47bc4675eb882eef3f5b7bff0e149897b71e0043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0A">
                  <a:alpha val="70000"/>
                </a:srgbClr>
              </a:gs>
              <a:gs pos="50000">
                <a:srgbClr val="0A0A0A">
                  <a:alpha val="50000"/>
                </a:srgbClr>
              </a:gs>
              <a:gs pos="100000">
                <a:srgbClr val="0A0A0A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929063" y="2049898"/>
            <a:ext cx="4333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Access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14907" y="2849998"/>
            <a:ext cx="416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confidential alignment conversation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4673" y="3307082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pressure. Only clarity.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43651" y="4034792"/>
            <a:ext cx="3303270" cy="769620"/>
          </a:xfrm>
          <a:custGeom>
            <a:avLst/>
            <a:gdLst/>
            <a:ahLst/>
            <a:cxnLst/>
            <a:rect l="l" t="t" r="r" b="b"/>
            <a:pathLst>
              <a:path w="3303270" h="769620">
                <a:moveTo>
                  <a:pt x="0" y="0"/>
                </a:moveTo>
                <a:lnTo>
                  <a:pt x="3303270" y="0"/>
                </a:lnTo>
                <a:lnTo>
                  <a:pt x="330327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9A9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7511" y="4267200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spc="45" kern="0" dirty="0">
                <a:solidFill>
                  <a:srgbClr val="C9A9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info@sociisgroup.com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Sociis Experiences™ Sales Deck</dc:title>
  <dc:subject>Sociis Experiences™ Sales Deck</dc:subject>
  <dc:creator>Kimi</dc:creator>
  <cp:lastModifiedBy>Kimi</cp:lastModifiedBy>
  <cp:revision>1</cp:revision>
  <dcterms:created xsi:type="dcterms:W3CDTF">2026-02-13T18:12:40Z</dcterms:created>
  <dcterms:modified xsi:type="dcterms:W3CDTF">2026-02-13T18:12:40Z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{"Label":"Sociis Experiences™ Sales Deck","ContentProducer":"001191110108MACG2KBH8F10000","ProduceID":"19c58339-c272-812c-8000-0000b5c6f41e","ReservedCode1":"","ContentPropagator":"001191110108MACG2KBH8F20000","PropagateID":"19c58339-c272-812c-8000-0000b5c6f41e","ReservedCode2":""}</vt:lpwstr>
  </property>
</Properties>
</file>